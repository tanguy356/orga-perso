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36358" y="2227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0"/>
              <a:t>35</a:t>
            </a:r>
            <a:endParaRPr sz="20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77225" y="3060650"/>
            <a:ext cx="2597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numéro 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rot="-8100000">
            <a:off x="5436912" y="2712494"/>
            <a:ext cx="171827" cy="439962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 rot="-7973824">
            <a:off x="654287" y="2086629"/>
            <a:ext cx="346857" cy="23793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-3855615">
            <a:off x="947317" y="2147049"/>
            <a:ext cx="288751" cy="32066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-2965998">
            <a:off x="4929999" y="2220928"/>
            <a:ext cx="1185547" cy="54214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 rot="-5400000">
            <a:off x="85025" y="787959"/>
            <a:ext cx="1812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>
                <a:solidFill>
                  <a:schemeClr val="dk2"/>
                </a:solidFill>
              </a:rPr>
              <a:t>7</a:t>
            </a:r>
            <a:endParaRPr sz="72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95900" y="1963325"/>
            <a:ext cx="4226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3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